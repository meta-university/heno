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BB8A8-D8F2-12F3-D06B-CFB8427FA36C}" v="329" dt="2026-03-02T01:23:55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tu0-my.sharepoint.com/personal/joitodo_htu_edu/Documents/Presentation%201_Pi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398-4463-9FAD-E6ADFB0FBE7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398-4463-9FAD-E6ADFB0FBE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Completed</c:v>
                </c:pt>
                <c:pt idx="1">
                  <c:v>Planned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71.428571428500007</c:v>
                </c:pt>
                <c:pt idx="1">
                  <c:v>28.571428571399998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1E-48CC-AC98-633DF8E52D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900227790607683"/>
          <c:y val="0.92104651947100602"/>
          <c:w val="0"/>
          <c:h val="1.83767228177641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374BE8-8392-46C1-8356-4FD35B229261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DE6BDDB-7ED3-43BF-8B44-7721383AB8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Teams struggle with poor task organization, schedule conflicts, manual task assignment, lack of real-time collaboration, and limited data-driven insights</a:t>
          </a:r>
        </a:p>
      </dgm:t>
    </dgm:pt>
    <dgm:pt modelId="{B3630A6D-0F4F-443F-9F01-C1C2CE523DE9}" type="parTrans" cxnId="{F888F683-7C08-494E-B4E1-EAF8D43667DC}">
      <dgm:prSet/>
      <dgm:spPr/>
      <dgm:t>
        <a:bodyPr/>
        <a:lstStyle/>
        <a:p>
          <a:endParaRPr lang="en-US"/>
        </a:p>
      </dgm:t>
    </dgm:pt>
    <dgm:pt modelId="{49FBC5F9-6AEF-4FBD-9556-342B9332E5F9}" type="sibTrans" cxnId="{F888F683-7C08-494E-B4E1-EAF8D43667D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AB2B0A-3B4F-4C80-89E0-46DAC0CFED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Traditional task management tools are way too complex, do not intelligently reorganize schedules, and lack AI-assisted planning.</a:t>
          </a:r>
        </a:p>
      </dgm:t>
    </dgm:pt>
    <dgm:pt modelId="{5E620389-8923-4026-A7D4-EA3D23911A27}" type="parTrans" cxnId="{B91D9671-75CD-4F9C-87FC-F0B1873C8A68}">
      <dgm:prSet/>
      <dgm:spPr/>
      <dgm:t>
        <a:bodyPr/>
        <a:lstStyle/>
        <a:p>
          <a:endParaRPr lang="en-US"/>
        </a:p>
      </dgm:t>
    </dgm:pt>
    <dgm:pt modelId="{14004FBA-9453-4299-83D4-75B9BCB7CB03}" type="sibTrans" cxnId="{B91D9671-75CD-4F9C-87FC-F0B1873C8A68}">
      <dgm:prSet/>
      <dgm:spPr/>
      <dgm:t>
        <a:bodyPr/>
        <a:lstStyle/>
        <a:p>
          <a:endParaRPr lang="en-US"/>
        </a:p>
      </dgm:t>
    </dgm:pt>
    <dgm:pt modelId="{35DA045F-1F9F-49C4-B5D2-C7CB95B6F66C}" type="pres">
      <dgm:prSet presAssocID="{5B374BE8-8392-46C1-8356-4FD35B229261}" presName="diagram" presStyleCnt="0">
        <dgm:presLayoutVars>
          <dgm:dir/>
          <dgm:resizeHandles val="exact"/>
        </dgm:presLayoutVars>
      </dgm:prSet>
      <dgm:spPr/>
    </dgm:pt>
    <dgm:pt modelId="{35996F5C-4182-4311-B1FF-DA7E1DA74B33}" type="pres">
      <dgm:prSet presAssocID="{DDE6BDDB-7ED3-43BF-8B44-7721383AB8A6}" presName="node" presStyleLbl="node1" presStyleIdx="0" presStyleCnt="2">
        <dgm:presLayoutVars>
          <dgm:bulletEnabled val="1"/>
        </dgm:presLayoutVars>
      </dgm:prSet>
      <dgm:spPr/>
    </dgm:pt>
    <dgm:pt modelId="{FA48ADD4-42DC-463C-B965-60B9D3A35704}" type="pres">
      <dgm:prSet presAssocID="{49FBC5F9-6AEF-4FBD-9556-342B9332E5F9}" presName="sibTrans" presStyleCnt="0"/>
      <dgm:spPr/>
    </dgm:pt>
    <dgm:pt modelId="{62F1209D-A257-4496-A753-6A4F7EEA69F6}" type="pres">
      <dgm:prSet presAssocID="{2BAB2B0A-3B4F-4C80-89E0-46DAC0CFED4D}" presName="node" presStyleLbl="node1" presStyleIdx="1" presStyleCnt="2">
        <dgm:presLayoutVars>
          <dgm:bulletEnabled val="1"/>
        </dgm:presLayoutVars>
      </dgm:prSet>
      <dgm:spPr/>
    </dgm:pt>
  </dgm:ptLst>
  <dgm:cxnLst>
    <dgm:cxn modelId="{B91D9671-75CD-4F9C-87FC-F0B1873C8A68}" srcId="{5B374BE8-8392-46C1-8356-4FD35B229261}" destId="{2BAB2B0A-3B4F-4C80-89E0-46DAC0CFED4D}" srcOrd="1" destOrd="0" parTransId="{5E620389-8923-4026-A7D4-EA3D23911A27}" sibTransId="{14004FBA-9453-4299-83D4-75B9BCB7CB03}"/>
    <dgm:cxn modelId="{8A19E455-FF4E-4B5C-B5A1-4E45E2E0627C}" type="presOf" srcId="{2BAB2B0A-3B4F-4C80-89E0-46DAC0CFED4D}" destId="{62F1209D-A257-4496-A753-6A4F7EEA69F6}" srcOrd="0" destOrd="0" presId="urn:microsoft.com/office/officeart/2005/8/layout/default"/>
    <dgm:cxn modelId="{F888F683-7C08-494E-B4E1-EAF8D43667DC}" srcId="{5B374BE8-8392-46C1-8356-4FD35B229261}" destId="{DDE6BDDB-7ED3-43BF-8B44-7721383AB8A6}" srcOrd="0" destOrd="0" parTransId="{B3630A6D-0F4F-443F-9F01-C1C2CE523DE9}" sibTransId="{49FBC5F9-6AEF-4FBD-9556-342B9332E5F9}"/>
    <dgm:cxn modelId="{C22265D0-3D31-45A8-9C0F-C4E81C88B867}" type="presOf" srcId="{DDE6BDDB-7ED3-43BF-8B44-7721383AB8A6}" destId="{35996F5C-4182-4311-B1FF-DA7E1DA74B33}" srcOrd="0" destOrd="0" presId="urn:microsoft.com/office/officeart/2005/8/layout/default"/>
    <dgm:cxn modelId="{49A889F9-D166-455D-9495-FF1F32D00367}" type="presOf" srcId="{5B374BE8-8392-46C1-8356-4FD35B229261}" destId="{35DA045F-1F9F-49C4-B5D2-C7CB95B6F66C}" srcOrd="0" destOrd="0" presId="urn:microsoft.com/office/officeart/2005/8/layout/default"/>
    <dgm:cxn modelId="{D28C3D10-C4EC-46A9-BE0E-3959B952E931}" type="presParOf" srcId="{35DA045F-1F9F-49C4-B5D2-C7CB95B6F66C}" destId="{35996F5C-4182-4311-B1FF-DA7E1DA74B33}" srcOrd="0" destOrd="0" presId="urn:microsoft.com/office/officeart/2005/8/layout/default"/>
    <dgm:cxn modelId="{4BCB19D2-C5BB-4E3E-BC00-EBC6DBB5A02F}" type="presParOf" srcId="{35DA045F-1F9F-49C4-B5D2-C7CB95B6F66C}" destId="{FA48ADD4-42DC-463C-B965-60B9D3A35704}" srcOrd="1" destOrd="0" presId="urn:microsoft.com/office/officeart/2005/8/layout/default"/>
    <dgm:cxn modelId="{2140AFE4-A393-4E29-86B6-493CC7A40794}" type="presParOf" srcId="{35DA045F-1F9F-49C4-B5D2-C7CB95B6F66C}" destId="{62F1209D-A257-4496-A753-6A4F7EEA69F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045770-DA28-4CC6-AAD3-C2AEDFC1093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20CD83-D56D-4E1A-BDC5-EDCCC2A57497}">
      <dgm:prSet/>
      <dgm:spPr/>
      <dgm:t>
        <a:bodyPr/>
        <a:lstStyle/>
        <a:p>
          <a:r>
            <a:rPr lang="en-US"/>
            <a:t>User Authentication &amp; Profile Management</a:t>
          </a:r>
        </a:p>
      </dgm:t>
    </dgm:pt>
    <dgm:pt modelId="{79DD4A54-997B-41B4-8BD1-15CD160D2540}" type="parTrans" cxnId="{A320F60B-41E5-4579-B8E4-33686ADA018A}">
      <dgm:prSet/>
      <dgm:spPr/>
      <dgm:t>
        <a:bodyPr/>
        <a:lstStyle/>
        <a:p>
          <a:endParaRPr lang="en-US"/>
        </a:p>
      </dgm:t>
    </dgm:pt>
    <dgm:pt modelId="{84828FF0-3CB2-4E2E-98C3-F35B2A02592B}" type="sibTrans" cxnId="{A320F60B-41E5-4579-B8E4-33686ADA018A}">
      <dgm:prSet/>
      <dgm:spPr/>
      <dgm:t>
        <a:bodyPr/>
        <a:lstStyle/>
        <a:p>
          <a:endParaRPr lang="en-US"/>
        </a:p>
      </dgm:t>
    </dgm:pt>
    <dgm:pt modelId="{90322B28-97F3-4343-8177-75AD57B3AE76}">
      <dgm:prSet/>
      <dgm:spPr/>
      <dgm:t>
        <a:bodyPr/>
        <a:lstStyle/>
        <a:p>
          <a:r>
            <a:rPr lang="en-US"/>
            <a:t>Project Creation &amp; Editing</a:t>
          </a:r>
        </a:p>
      </dgm:t>
    </dgm:pt>
    <dgm:pt modelId="{374E55E1-F3A8-4FDF-B7DF-315846672086}" type="parTrans" cxnId="{0D847D57-F936-4A5F-9CFB-8643B3D79BF8}">
      <dgm:prSet/>
      <dgm:spPr/>
      <dgm:t>
        <a:bodyPr/>
        <a:lstStyle/>
        <a:p>
          <a:endParaRPr lang="en-US"/>
        </a:p>
      </dgm:t>
    </dgm:pt>
    <dgm:pt modelId="{ED292CDD-59CF-471C-8F39-9A119294881C}" type="sibTrans" cxnId="{0D847D57-F936-4A5F-9CFB-8643B3D79BF8}">
      <dgm:prSet/>
      <dgm:spPr/>
      <dgm:t>
        <a:bodyPr/>
        <a:lstStyle/>
        <a:p>
          <a:endParaRPr lang="en-US"/>
        </a:p>
      </dgm:t>
    </dgm:pt>
    <dgm:pt modelId="{114F4A76-30B3-46A6-A76E-E7F9AEB02739}">
      <dgm:prSet/>
      <dgm:spPr/>
      <dgm:t>
        <a:bodyPr/>
        <a:lstStyle/>
        <a:p>
          <a:r>
            <a:rPr lang="en-US"/>
            <a:t>Task Creation, Editing, and Deletion</a:t>
          </a:r>
        </a:p>
      </dgm:t>
    </dgm:pt>
    <dgm:pt modelId="{B1C42AC2-953C-42EB-B47C-E164AE678A7B}" type="parTrans" cxnId="{7A254811-44EC-4EAA-9478-8CF69B60D123}">
      <dgm:prSet/>
      <dgm:spPr/>
      <dgm:t>
        <a:bodyPr/>
        <a:lstStyle/>
        <a:p>
          <a:endParaRPr lang="en-US"/>
        </a:p>
      </dgm:t>
    </dgm:pt>
    <dgm:pt modelId="{73847E19-B634-413D-BB52-EB47636071CF}" type="sibTrans" cxnId="{7A254811-44EC-4EAA-9478-8CF69B60D123}">
      <dgm:prSet/>
      <dgm:spPr/>
      <dgm:t>
        <a:bodyPr/>
        <a:lstStyle/>
        <a:p>
          <a:endParaRPr lang="en-US"/>
        </a:p>
      </dgm:t>
    </dgm:pt>
    <dgm:pt modelId="{FF244D61-7F54-4B45-8DDF-020EF0CE967B}">
      <dgm:prSet/>
      <dgm:spPr/>
      <dgm:t>
        <a:bodyPr/>
        <a:lstStyle/>
        <a:p>
          <a:r>
            <a:rPr lang="en-US"/>
            <a:t>Team Member Assignment</a:t>
          </a:r>
        </a:p>
      </dgm:t>
    </dgm:pt>
    <dgm:pt modelId="{B4B5C5C6-310E-420D-A6EA-52C7F528FBD7}" type="parTrans" cxnId="{BEA4C14C-A298-4841-9A28-154BDC41D321}">
      <dgm:prSet/>
      <dgm:spPr/>
      <dgm:t>
        <a:bodyPr/>
        <a:lstStyle/>
        <a:p>
          <a:endParaRPr lang="en-US"/>
        </a:p>
      </dgm:t>
    </dgm:pt>
    <dgm:pt modelId="{126C0716-F8CF-4167-930D-320BA47745C7}" type="sibTrans" cxnId="{BEA4C14C-A298-4841-9A28-154BDC41D321}">
      <dgm:prSet/>
      <dgm:spPr/>
      <dgm:t>
        <a:bodyPr/>
        <a:lstStyle/>
        <a:p>
          <a:endParaRPr lang="en-US"/>
        </a:p>
      </dgm:t>
    </dgm:pt>
    <dgm:pt modelId="{2870DB5D-9E6F-43F3-9197-7C4D6D897502}">
      <dgm:prSet/>
      <dgm:spPr/>
      <dgm:t>
        <a:bodyPr/>
        <a:lstStyle/>
        <a:p>
          <a:r>
            <a:rPr lang="en-US"/>
            <a:t>Task Status &amp; Priority Color Coding</a:t>
          </a:r>
        </a:p>
      </dgm:t>
    </dgm:pt>
    <dgm:pt modelId="{622BEF1A-1064-4455-AC90-2D3DCCBE4BC9}" type="parTrans" cxnId="{83F6BCBC-0E00-44E8-B985-EEAE28D71761}">
      <dgm:prSet/>
      <dgm:spPr/>
      <dgm:t>
        <a:bodyPr/>
        <a:lstStyle/>
        <a:p>
          <a:endParaRPr lang="en-US"/>
        </a:p>
      </dgm:t>
    </dgm:pt>
    <dgm:pt modelId="{673D9EA5-3B27-47F8-BB58-966443FBAAF4}" type="sibTrans" cxnId="{83F6BCBC-0E00-44E8-B985-EEAE28D71761}">
      <dgm:prSet/>
      <dgm:spPr/>
      <dgm:t>
        <a:bodyPr/>
        <a:lstStyle/>
        <a:p>
          <a:endParaRPr lang="en-US"/>
        </a:p>
      </dgm:t>
    </dgm:pt>
    <dgm:pt modelId="{04E14579-CB12-472D-B71B-3EE5697F8E0A}" type="pres">
      <dgm:prSet presAssocID="{D2045770-DA28-4CC6-AAD3-C2AEDFC10935}" presName="outerComposite" presStyleCnt="0">
        <dgm:presLayoutVars>
          <dgm:chMax val="5"/>
          <dgm:dir/>
          <dgm:resizeHandles val="exact"/>
        </dgm:presLayoutVars>
      </dgm:prSet>
      <dgm:spPr/>
    </dgm:pt>
    <dgm:pt modelId="{014DB0AC-21A9-4A30-A807-83426C7A4195}" type="pres">
      <dgm:prSet presAssocID="{D2045770-DA28-4CC6-AAD3-C2AEDFC10935}" presName="dummyMaxCanvas" presStyleCnt="0">
        <dgm:presLayoutVars/>
      </dgm:prSet>
      <dgm:spPr/>
    </dgm:pt>
    <dgm:pt modelId="{292B2A46-A809-49CE-B4C0-B2AD787EB862}" type="pres">
      <dgm:prSet presAssocID="{D2045770-DA28-4CC6-AAD3-C2AEDFC10935}" presName="FiveNodes_1" presStyleLbl="node1" presStyleIdx="0" presStyleCnt="5">
        <dgm:presLayoutVars>
          <dgm:bulletEnabled val="1"/>
        </dgm:presLayoutVars>
      </dgm:prSet>
      <dgm:spPr/>
    </dgm:pt>
    <dgm:pt modelId="{B3BB7F1C-E316-4C02-9CF0-F0246020CB3A}" type="pres">
      <dgm:prSet presAssocID="{D2045770-DA28-4CC6-AAD3-C2AEDFC10935}" presName="FiveNodes_2" presStyleLbl="node1" presStyleIdx="1" presStyleCnt="5">
        <dgm:presLayoutVars>
          <dgm:bulletEnabled val="1"/>
        </dgm:presLayoutVars>
      </dgm:prSet>
      <dgm:spPr/>
    </dgm:pt>
    <dgm:pt modelId="{9FD18F49-BC7D-4D38-99AA-27433664A6D0}" type="pres">
      <dgm:prSet presAssocID="{D2045770-DA28-4CC6-AAD3-C2AEDFC10935}" presName="FiveNodes_3" presStyleLbl="node1" presStyleIdx="2" presStyleCnt="5">
        <dgm:presLayoutVars>
          <dgm:bulletEnabled val="1"/>
        </dgm:presLayoutVars>
      </dgm:prSet>
      <dgm:spPr/>
    </dgm:pt>
    <dgm:pt modelId="{BB06FA5A-75BD-4604-AC96-2B54718C82E0}" type="pres">
      <dgm:prSet presAssocID="{D2045770-DA28-4CC6-AAD3-C2AEDFC10935}" presName="FiveNodes_4" presStyleLbl="node1" presStyleIdx="3" presStyleCnt="5">
        <dgm:presLayoutVars>
          <dgm:bulletEnabled val="1"/>
        </dgm:presLayoutVars>
      </dgm:prSet>
      <dgm:spPr/>
    </dgm:pt>
    <dgm:pt modelId="{0712189F-E0B4-45D0-9736-740A827D93B8}" type="pres">
      <dgm:prSet presAssocID="{D2045770-DA28-4CC6-AAD3-C2AEDFC10935}" presName="FiveNodes_5" presStyleLbl="node1" presStyleIdx="4" presStyleCnt="5">
        <dgm:presLayoutVars>
          <dgm:bulletEnabled val="1"/>
        </dgm:presLayoutVars>
      </dgm:prSet>
      <dgm:spPr/>
    </dgm:pt>
    <dgm:pt modelId="{66A356F1-5778-49A4-AEA4-AAF89C42DD49}" type="pres">
      <dgm:prSet presAssocID="{D2045770-DA28-4CC6-AAD3-C2AEDFC10935}" presName="FiveConn_1-2" presStyleLbl="fgAccFollowNode1" presStyleIdx="0" presStyleCnt="4">
        <dgm:presLayoutVars>
          <dgm:bulletEnabled val="1"/>
        </dgm:presLayoutVars>
      </dgm:prSet>
      <dgm:spPr/>
    </dgm:pt>
    <dgm:pt modelId="{A8BA1B64-C5FC-4450-8639-1C7257256F5D}" type="pres">
      <dgm:prSet presAssocID="{D2045770-DA28-4CC6-AAD3-C2AEDFC10935}" presName="FiveConn_2-3" presStyleLbl="fgAccFollowNode1" presStyleIdx="1" presStyleCnt="4">
        <dgm:presLayoutVars>
          <dgm:bulletEnabled val="1"/>
        </dgm:presLayoutVars>
      </dgm:prSet>
      <dgm:spPr/>
    </dgm:pt>
    <dgm:pt modelId="{7C2ABEC3-2B4E-489A-9621-3220914C7BC4}" type="pres">
      <dgm:prSet presAssocID="{D2045770-DA28-4CC6-AAD3-C2AEDFC10935}" presName="FiveConn_3-4" presStyleLbl="fgAccFollowNode1" presStyleIdx="2" presStyleCnt="4">
        <dgm:presLayoutVars>
          <dgm:bulletEnabled val="1"/>
        </dgm:presLayoutVars>
      </dgm:prSet>
      <dgm:spPr/>
    </dgm:pt>
    <dgm:pt modelId="{FD08CB72-DF4E-48DC-9053-4956FF490E7C}" type="pres">
      <dgm:prSet presAssocID="{D2045770-DA28-4CC6-AAD3-C2AEDFC10935}" presName="FiveConn_4-5" presStyleLbl="fgAccFollowNode1" presStyleIdx="3" presStyleCnt="4">
        <dgm:presLayoutVars>
          <dgm:bulletEnabled val="1"/>
        </dgm:presLayoutVars>
      </dgm:prSet>
      <dgm:spPr/>
    </dgm:pt>
    <dgm:pt modelId="{75A5E73E-BF31-45BF-874A-542A4DF69982}" type="pres">
      <dgm:prSet presAssocID="{D2045770-DA28-4CC6-AAD3-C2AEDFC10935}" presName="FiveNodes_1_text" presStyleLbl="node1" presStyleIdx="4" presStyleCnt="5">
        <dgm:presLayoutVars>
          <dgm:bulletEnabled val="1"/>
        </dgm:presLayoutVars>
      </dgm:prSet>
      <dgm:spPr/>
    </dgm:pt>
    <dgm:pt modelId="{1E3F9243-76B3-459A-B454-4D0E1867F26D}" type="pres">
      <dgm:prSet presAssocID="{D2045770-DA28-4CC6-AAD3-C2AEDFC10935}" presName="FiveNodes_2_text" presStyleLbl="node1" presStyleIdx="4" presStyleCnt="5">
        <dgm:presLayoutVars>
          <dgm:bulletEnabled val="1"/>
        </dgm:presLayoutVars>
      </dgm:prSet>
      <dgm:spPr/>
    </dgm:pt>
    <dgm:pt modelId="{BD17D6B9-19A0-488C-83E1-FC67460A4FA0}" type="pres">
      <dgm:prSet presAssocID="{D2045770-DA28-4CC6-AAD3-C2AEDFC10935}" presName="FiveNodes_3_text" presStyleLbl="node1" presStyleIdx="4" presStyleCnt="5">
        <dgm:presLayoutVars>
          <dgm:bulletEnabled val="1"/>
        </dgm:presLayoutVars>
      </dgm:prSet>
      <dgm:spPr/>
    </dgm:pt>
    <dgm:pt modelId="{090A0550-D49A-426A-B413-F4D4090FE454}" type="pres">
      <dgm:prSet presAssocID="{D2045770-DA28-4CC6-AAD3-C2AEDFC10935}" presName="FiveNodes_4_text" presStyleLbl="node1" presStyleIdx="4" presStyleCnt="5">
        <dgm:presLayoutVars>
          <dgm:bulletEnabled val="1"/>
        </dgm:presLayoutVars>
      </dgm:prSet>
      <dgm:spPr/>
    </dgm:pt>
    <dgm:pt modelId="{1B0E7ABC-076A-43F6-9B12-47530F723DE2}" type="pres">
      <dgm:prSet presAssocID="{D2045770-DA28-4CC6-AAD3-C2AEDFC1093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320F60B-41E5-4579-B8E4-33686ADA018A}" srcId="{D2045770-DA28-4CC6-AAD3-C2AEDFC10935}" destId="{E120CD83-D56D-4E1A-BDC5-EDCCC2A57497}" srcOrd="0" destOrd="0" parTransId="{79DD4A54-997B-41B4-8BD1-15CD160D2540}" sibTransId="{84828FF0-3CB2-4E2E-98C3-F35B2A02592B}"/>
    <dgm:cxn modelId="{7A254811-44EC-4EAA-9478-8CF69B60D123}" srcId="{D2045770-DA28-4CC6-AAD3-C2AEDFC10935}" destId="{114F4A76-30B3-46A6-A76E-E7F9AEB02739}" srcOrd="2" destOrd="0" parTransId="{B1C42AC2-953C-42EB-B47C-E164AE678A7B}" sibTransId="{73847E19-B634-413D-BB52-EB47636071CF}"/>
    <dgm:cxn modelId="{79A28A13-D66C-49B4-BF9D-ABC75F2C91D4}" type="presOf" srcId="{126C0716-F8CF-4167-930D-320BA47745C7}" destId="{FD08CB72-DF4E-48DC-9053-4956FF490E7C}" srcOrd="0" destOrd="0" presId="urn:microsoft.com/office/officeart/2005/8/layout/vProcess5"/>
    <dgm:cxn modelId="{D19E682F-6D01-41DF-BFAD-BACF126A9782}" type="presOf" srcId="{114F4A76-30B3-46A6-A76E-E7F9AEB02739}" destId="{BD17D6B9-19A0-488C-83E1-FC67460A4FA0}" srcOrd="1" destOrd="0" presId="urn:microsoft.com/office/officeart/2005/8/layout/vProcess5"/>
    <dgm:cxn modelId="{C100B968-11AF-4C4B-948C-523B8E1FE420}" type="presOf" srcId="{ED292CDD-59CF-471C-8F39-9A119294881C}" destId="{A8BA1B64-C5FC-4450-8639-1C7257256F5D}" srcOrd="0" destOrd="0" presId="urn:microsoft.com/office/officeart/2005/8/layout/vProcess5"/>
    <dgm:cxn modelId="{99A4144A-0E2A-4517-AECD-F11FDD28416C}" type="presOf" srcId="{FF244D61-7F54-4B45-8DDF-020EF0CE967B}" destId="{BB06FA5A-75BD-4604-AC96-2B54718C82E0}" srcOrd="0" destOrd="0" presId="urn:microsoft.com/office/officeart/2005/8/layout/vProcess5"/>
    <dgm:cxn modelId="{659A166B-F440-47C3-8BA7-8B101DE45A52}" type="presOf" srcId="{D2045770-DA28-4CC6-AAD3-C2AEDFC10935}" destId="{04E14579-CB12-472D-B71B-3EE5697F8E0A}" srcOrd="0" destOrd="0" presId="urn:microsoft.com/office/officeart/2005/8/layout/vProcess5"/>
    <dgm:cxn modelId="{BEA4C14C-A298-4841-9A28-154BDC41D321}" srcId="{D2045770-DA28-4CC6-AAD3-C2AEDFC10935}" destId="{FF244D61-7F54-4B45-8DDF-020EF0CE967B}" srcOrd="3" destOrd="0" parTransId="{B4B5C5C6-310E-420D-A6EA-52C7F528FBD7}" sibTransId="{126C0716-F8CF-4167-930D-320BA47745C7}"/>
    <dgm:cxn modelId="{ED0DA454-2C89-4897-8C11-0D9716DBED2F}" type="presOf" srcId="{E120CD83-D56D-4E1A-BDC5-EDCCC2A57497}" destId="{75A5E73E-BF31-45BF-874A-542A4DF69982}" srcOrd="1" destOrd="0" presId="urn:microsoft.com/office/officeart/2005/8/layout/vProcess5"/>
    <dgm:cxn modelId="{0D847D57-F936-4A5F-9CFB-8643B3D79BF8}" srcId="{D2045770-DA28-4CC6-AAD3-C2AEDFC10935}" destId="{90322B28-97F3-4343-8177-75AD57B3AE76}" srcOrd="1" destOrd="0" parTransId="{374E55E1-F3A8-4FDF-B7DF-315846672086}" sibTransId="{ED292CDD-59CF-471C-8F39-9A119294881C}"/>
    <dgm:cxn modelId="{94E6F68A-65DF-4B38-8899-BB3F93F34F73}" type="presOf" srcId="{90322B28-97F3-4343-8177-75AD57B3AE76}" destId="{B3BB7F1C-E316-4C02-9CF0-F0246020CB3A}" srcOrd="0" destOrd="0" presId="urn:microsoft.com/office/officeart/2005/8/layout/vProcess5"/>
    <dgm:cxn modelId="{08D75595-EC4D-47C0-9ADD-6840036B7D5B}" type="presOf" srcId="{90322B28-97F3-4343-8177-75AD57B3AE76}" destId="{1E3F9243-76B3-459A-B454-4D0E1867F26D}" srcOrd="1" destOrd="0" presId="urn:microsoft.com/office/officeart/2005/8/layout/vProcess5"/>
    <dgm:cxn modelId="{15E7ADA1-D8F0-4C6C-9F57-DA4BB601EB36}" type="presOf" srcId="{2870DB5D-9E6F-43F3-9197-7C4D6D897502}" destId="{1B0E7ABC-076A-43F6-9B12-47530F723DE2}" srcOrd="1" destOrd="0" presId="urn:microsoft.com/office/officeart/2005/8/layout/vProcess5"/>
    <dgm:cxn modelId="{200689B3-545B-4F9B-9123-70B482D46C24}" type="presOf" srcId="{84828FF0-3CB2-4E2E-98C3-F35B2A02592B}" destId="{66A356F1-5778-49A4-AEA4-AAF89C42DD49}" srcOrd="0" destOrd="0" presId="urn:microsoft.com/office/officeart/2005/8/layout/vProcess5"/>
    <dgm:cxn modelId="{0E379CB3-A88B-4E63-BAB2-8074D169549C}" type="presOf" srcId="{FF244D61-7F54-4B45-8DDF-020EF0CE967B}" destId="{090A0550-D49A-426A-B413-F4D4090FE454}" srcOrd="1" destOrd="0" presId="urn:microsoft.com/office/officeart/2005/8/layout/vProcess5"/>
    <dgm:cxn modelId="{83F6BCBC-0E00-44E8-B985-EEAE28D71761}" srcId="{D2045770-DA28-4CC6-AAD3-C2AEDFC10935}" destId="{2870DB5D-9E6F-43F3-9197-7C4D6D897502}" srcOrd="4" destOrd="0" parTransId="{622BEF1A-1064-4455-AC90-2D3DCCBE4BC9}" sibTransId="{673D9EA5-3B27-47F8-BB58-966443FBAAF4}"/>
    <dgm:cxn modelId="{187386BF-7632-428E-9DF1-A8E2C4F4A3C2}" type="presOf" srcId="{E120CD83-D56D-4E1A-BDC5-EDCCC2A57497}" destId="{292B2A46-A809-49CE-B4C0-B2AD787EB862}" srcOrd="0" destOrd="0" presId="urn:microsoft.com/office/officeart/2005/8/layout/vProcess5"/>
    <dgm:cxn modelId="{BEB5D0C4-1EF7-4630-AEA7-D97B46D932C1}" type="presOf" srcId="{114F4A76-30B3-46A6-A76E-E7F9AEB02739}" destId="{9FD18F49-BC7D-4D38-99AA-27433664A6D0}" srcOrd="0" destOrd="0" presId="urn:microsoft.com/office/officeart/2005/8/layout/vProcess5"/>
    <dgm:cxn modelId="{FE6ADAD0-ACF9-4FD7-9CCF-8E2AB99BC21B}" type="presOf" srcId="{73847E19-B634-413D-BB52-EB47636071CF}" destId="{7C2ABEC3-2B4E-489A-9621-3220914C7BC4}" srcOrd="0" destOrd="0" presId="urn:microsoft.com/office/officeart/2005/8/layout/vProcess5"/>
    <dgm:cxn modelId="{2BA1EDF8-2F0F-459C-9929-DD41394F9451}" type="presOf" srcId="{2870DB5D-9E6F-43F3-9197-7C4D6D897502}" destId="{0712189F-E0B4-45D0-9736-740A827D93B8}" srcOrd="0" destOrd="0" presId="urn:microsoft.com/office/officeart/2005/8/layout/vProcess5"/>
    <dgm:cxn modelId="{F576881A-CEC2-4ACD-AD52-22900D39C525}" type="presParOf" srcId="{04E14579-CB12-472D-B71B-3EE5697F8E0A}" destId="{014DB0AC-21A9-4A30-A807-83426C7A4195}" srcOrd="0" destOrd="0" presId="urn:microsoft.com/office/officeart/2005/8/layout/vProcess5"/>
    <dgm:cxn modelId="{DF7848E6-822C-476F-9932-269AEAEAE5AA}" type="presParOf" srcId="{04E14579-CB12-472D-B71B-3EE5697F8E0A}" destId="{292B2A46-A809-49CE-B4C0-B2AD787EB862}" srcOrd="1" destOrd="0" presId="urn:microsoft.com/office/officeart/2005/8/layout/vProcess5"/>
    <dgm:cxn modelId="{B84AF6B2-1F10-4A35-B27E-04B03B1A1C15}" type="presParOf" srcId="{04E14579-CB12-472D-B71B-3EE5697F8E0A}" destId="{B3BB7F1C-E316-4C02-9CF0-F0246020CB3A}" srcOrd="2" destOrd="0" presId="urn:microsoft.com/office/officeart/2005/8/layout/vProcess5"/>
    <dgm:cxn modelId="{3380ACD5-1C58-4345-BDFB-87480C2784D8}" type="presParOf" srcId="{04E14579-CB12-472D-B71B-3EE5697F8E0A}" destId="{9FD18F49-BC7D-4D38-99AA-27433664A6D0}" srcOrd="3" destOrd="0" presId="urn:microsoft.com/office/officeart/2005/8/layout/vProcess5"/>
    <dgm:cxn modelId="{465F8F80-11F3-4541-B366-243AB59179D2}" type="presParOf" srcId="{04E14579-CB12-472D-B71B-3EE5697F8E0A}" destId="{BB06FA5A-75BD-4604-AC96-2B54718C82E0}" srcOrd="4" destOrd="0" presId="urn:microsoft.com/office/officeart/2005/8/layout/vProcess5"/>
    <dgm:cxn modelId="{DA821DE3-5D40-465C-99CF-75D3424CB95E}" type="presParOf" srcId="{04E14579-CB12-472D-B71B-3EE5697F8E0A}" destId="{0712189F-E0B4-45D0-9736-740A827D93B8}" srcOrd="5" destOrd="0" presId="urn:microsoft.com/office/officeart/2005/8/layout/vProcess5"/>
    <dgm:cxn modelId="{10F14369-09F7-4527-806B-849067929FFB}" type="presParOf" srcId="{04E14579-CB12-472D-B71B-3EE5697F8E0A}" destId="{66A356F1-5778-49A4-AEA4-AAF89C42DD49}" srcOrd="6" destOrd="0" presId="urn:microsoft.com/office/officeart/2005/8/layout/vProcess5"/>
    <dgm:cxn modelId="{9EFAF3D0-8861-40B5-8EFB-39D0F934A953}" type="presParOf" srcId="{04E14579-CB12-472D-B71B-3EE5697F8E0A}" destId="{A8BA1B64-C5FC-4450-8639-1C7257256F5D}" srcOrd="7" destOrd="0" presId="urn:microsoft.com/office/officeart/2005/8/layout/vProcess5"/>
    <dgm:cxn modelId="{AAA32AD0-1F86-40C9-A36A-519F22E3FBE7}" type="presParOf" srcId="{04E14579-CB12-472D-B71B-3EE5697F8E0A}" destId="{7C2ABEC3-2B4E-489A-9621-3220914C7BC4}" srcOrd="8" destOrd="0" presId="urn:microsoft.com/office/officeart/2005/8/layout/vProcess5"/>
    <dgm:cxn modelId="{55844516-7D38-4CDF-AD8C-8616926F5B93}" type="presParOf" srcId="{04E14579-CB12-472D-B71B-3EE5697F8E0A}" destId="{FD08CB72-DF4E-48DC-9053-4956FF490E7C}" srcOrd="9" destOrd="0" presId="urn:microsoft.com/office/officeart/2005/8/layout/vProcess5"/>
    <dgm:cxn modelId="{C9D1D742-E744-49DF-9FA1-A810E9D56AF6}" type="presParOf" srcId="{04E14579-CB12-472D-B71B-3EE5697F8E0A}" destId="{75A5E73E-BF31-45BF-874A-542A4DF69982}" srcOrd="10" destOrd="0" presId="urn:microsoft.com/office/officeart/2005/8/layout/vProcess5"/>
    <dgm:cxn modelId="{1ED80BBF-C79D-40C5-8861-145B68377671}" type="presParOf" srcId="{04E14579-CB12-472D-B71B-3EE5697F8E0A}" destId="{1E3F9243-76B3-459A-B454-4D0E1867F26D}" srcOrd="11" destOrd="0" presId="urn:microsoft.com/office/officeart/2005/8/layout/vProcess5"/>
    <dgm:cxn modelId="{7D88726C-1E40-474D-8EFF-82270040E901}" type="presParOf" srcId="{04E14579-CB12-472D-B71B-3EE5697F8E0A}" destId="{BD17D6B9-19A0-488C-83E1-FC67460A4FA0}" srcOrd="12" destOrd="0" presId="urn:microsoft.com/office/officeart/2005/8/layout/vProcess5"/>
    <dgm:cxn modelId="{6835AD8F-15CC-4AEE-B34A-95330DE1CEAD}" type="presParOf" srcId="{04E14579-CB12-472D-B71B-3EE5697F8E0A}" destId="{090A0550-D49A-426A-B413-F4D4090FE454}" srcOrd="13" destOrd="0" presId="urn:microsoft.com/office/officeart/2005/8/layout/vProcess5"/>
    <dgm:cxn modelId="{88B43190-C48C-433F-B5C5-7A08CFE6EAAD}" type="presParOf" srcId="{04E14579-CB12-472D-B71B-3EE5697F8E0A}" destId="{1B0E7ABC-076A-43F6-9B12-47530F723DE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6FBFA3-7C19-4997-9538-B2CD891D7D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FA5A83E-C624-40D7-A413-CF701A616C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Lock-Based Concurrency Control (Prevents simultaneous edit conflicts)</a:t>
          </a:r>
        </a:p>
      </dgm:t>
    </dgm:pt>
    <dgm:pt modelId="{53362D6B-7E31-4353-957F-5F8C57C18626}" type="parTrans" cxnId="{CD166ADD-6A4C-422F-A86F-47AADCEC38CF}">
      <dgm:prSet/>
      <dgm:spPr/>
      <dgm:t>
        <a:bodyPr/>
        <a:lstStyle/>
        <a:p>
          <a:endParaRPr lang="en-US"/>
        </a:p>
      </dgm:t>
    </dgm:pt>
    <dgm:pt modelId="{5E97915F-0768-4B07-95CF-6836BDAAD327}" type="sibTrans" cxnId="{CD166ADD-6A4C-422F-A86F-47AADCEC38C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2A5AE42-97CE-4E9D-ABE5-249AEAA025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 Notifications</a:t>
          </a:r>
        </a:p>
      </dgm:t>
    </dgm:pt>
    <dgm:pt modelId="{96D7CB0D-B63D-463C-81C6-373E096303D5}" type="parTrans" cxnId="{0A219E65-D1D6-40E8-B1C5-368DBD013D59}">
      <dgm:prSet/>
      <dgm:spPr/>
      <dgm:t>
        <a:bodyPr/>
        <a:lstStyle/>
        <a:p>
          <a:endParaRPr lang="en-US"/>
        </a:p>
      </dgm:t>
    </dgm:pt>
    <dgm:pt modelId="{E5ABA19E-6CE3-4A1B-B7F5-0E3E94B02A98}" type="sibTrans" cxnId="{0A219E65-D1D6-40E8-B1C5-368DBD013D5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1BFD8E5-7099-4435-821B-60F92FB26E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Functionality</a:t>
          </a:r>
        </a:p>
      </dgm:t>
    </dgm:pt>
    <dgm:pt modelId="{B398E29E-19D9-4A8A-B208-2191EA30F02E}" type="parTrans" cxnId="{E43823F0-0AA8-4CE5-BD90-C5BCA218F249}">
      <dgm:prSet/>
      <dgm:spPr/>
      <dgm:t>
        <a:bodyPr/>
        <a:lstStyle/>
        <a:p>
          <a:endParaRPr lang="en-US"/>
        </a:p>
      </dgm:t>
    </dgm:pt>
    <dgm:pt modelId="{428224CF-7A04-44A5-8675-97B65BFF5675}" type="sibTrans" cxnId="{E43823F0-0AA8-4CE5-BD90-C5BCA218F2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58B884-7B13-42D5-984A-AB3CE8AE54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Visualization (Pie Charts &amp; Progress Tracking)</a:t>
          </a:r>
        </a:p>
      </dgm:t>
    </dgm:pt>
    <dgm:pt modelId="{3DCBC4E8-D309-43B8-9A84-03A918B36392}" type="parTrans" cxnId="{3576781E-21D5-4BC0-939C-317EB8CC0316}">
      <dgm:prSet/>
      <dgm:spPr/>
      <dgm:t>
        <a:bodyPr/>
        <a:lstStyle/>
        <a:p>
          <a:endParaRPr lang="en-US"/>
        </a:p>
      </dgm:t>
    </dgm:pt>
    <dgm:pt modelId="{281B04E6-3598-40BA-B7B4-1114E5B0F590}" type="sibTrans" cxnId="{3576781E-21D5-4BC0-939C-317EB8CC0316}">
      <dgm:prSet/>
      <dgm:spPr/>
      <dgm:t>
        <a:bodyPr/>
        <a:lstStyle/>
        <a:p>
          <a:endParaRPr lang="en-US"/>
        </a:p>
      </dgm:t>
    </dgm:pt>
    <dgm:pt modelId="{CCA5F3BB-74A7-4CA4-A00B-64D83E8768E3}" type="pres">
      <dgm:prSet presAssocID="{636FBFA3-7C19-4997-9538-B2CD891D7DE7}" presName="root" presStyleCnt="0">
        <dgm:presLayoutVars>
          <dgm:dir/>
          <dgm:resizeHandles val="exact"/>
        </dgm:presLayoutVars>
      </dgm:prSet>
      <dgm:spPr/>
    </dgm:pt>
    <dgm:pt modelId="{E94C312B-6A60-445E-AE39-7F15D5373DE0}" type="pres">
      <dgm:prSet presAssocID="{636FBFA3-7C19-4997-9538-B2CD891D7DE7}" presName="container" presStyleCnt="0">
        <dgm:presLayoutVars>
          <dgm:dir/>
          <dgm:resizeHandles val="exact"/>
        </dgm:presLayoutVars>
      </dgm:prSet>
      <dgm:spPr/>
    </dgm:pt>
    <dgm:pt modelId="{41145161-4585-45A2-906F-C5B9CDD9D4CA}" type="pres">
      <dgm:prSet presAssocID="{BFA5A83E-C624-40D7-A413-CF701A616C74}" presName="compNode" presStyleCnt="0"/>
      <dgm:spPr/>
    </dgm:pt>
    <dgm:pt modelId="{8DFA920D-6950-4120-93CE-D3520441AB66}" type="pres">
      <dgm:prSet presAssocID="{BFA5A83E-C624-40D7-A413-CF701A616C74}" presName="iconBgRect" presStyleLbl="bgShp" presStyleIdx="0" presStyleCnt="4"/>
      <dgm:spPr/>
    </dgm:pt>
    <dgm:pt modelId="{44AF2701-E5E2-46E6-8522-24547B905AEE}" type="pres">
      <dgm:prSet presAssocID="{BFA5A83E-C624-40D7-A413-CF701A616C7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E5BEB015-C2EE-4ABE-9FE0-6F58C4FC2E90}" type="pres">
      <dgm:prSet presAssocID="{BFA5A83E-C624-40D7-A413-CF701A616C74}" presName="spaceRect" presStyleCnt="0"/>
      <dgm:spPr/>
    </dgm:pt>
    <dgm:pt modelId="{AD16005D-E491-4481-9317-830B7CC994B8}" type="pres">
      <dgm:prSet presAssocID="{BFA5A83E-C624-40D7-A413-CF701A616C74}" presName="textRect" presStyleLbl="revTx" presStyleIdx="0" presStyleCnt="4">
        <dgm:presLayoutVars>
          <dgm:chMax val="1"/>
          <dgm:chPref val="1"/>
        </dgm:presLayoutVars>
      </dgm:prSet>
      <dgm:spPr/>
    </dgm:pt>
    <dgm:pt modelId="{F8A171C3-D644-4F7C-BC0E-F1AC0B8220C2}" type="pres">
      <dgm:prSet presAssocID="{5E97915F-0768-4B07-95CF-6836BDAAD327}" presName="sibTrans" presStyleLbl="sibTrans2D1" presStyleIdx="0" presStyleCnt="0"/>
      <dgm:spPr/>
    </dgm:pt>
    <dgm:pt modelId="{B2466686-2068-4022-8CC4-FC77DC3DC437}" type="pres">
      <dgm:prSet presAssocID="{12A5AE42-97CE-4E9D-ABE5-249AEAA025FA}" presName="compNode" presStyleCnt="0"/>
      <dgm:spPr/>
    </dgm:pt>
    <dgm:pt modelId="{BB9C7CDE-8ED1-454A-B37A-DA8A6C29608A}" type="pres">
      <dgm:prSet presAssocID="{12A5AE42-97CE-4E9D-ABE5-249AEAA025FA}" presName="iconBgRect" presStyleLbl="bgShp" presStyleIdx="1" presStyleCnt="4"/>
      <dgm:spPr/>
    </dgm:pt>
    <dgm:pt modelId="{64B6D2F8-0849-46AD-9767-6EED0FCAD8C9}" type="pres">
      <dgm:prSet presAssocID="{12A5AE42-97CE-4E9D-ABE5-249AEAA025F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F28CB46C-E31D-49A5-A3D2-BFCD21A0A1A6}" type="pres">
      <dgm:prSet presAssocID="{12A5AE42-97CE-4E9D-ABE5-249AEAA025FA}" presName="spaceRect" presStyleCnt="0"/>
      <dgm:spPr/>
    </dgm:pt>
    <dgm:pt modelId="{1CBF2BC0-F9F8-48AB-B537-0335D0C591D0}" type="pres">
      <dgm:prSet presAssocID="{12A5AE42-97CE-4E9D-ABE5-249AEAA025FA}" presName="textRect" presStyleLbl="revTx" presStyleIdx="1" presStyleCnt="4">
        <dgm:presLayoutVars>
          <dgm:chMax val="1"/>
          <dgm:chPref val="1"/>
        </dgm:presLayoutVars>
      </dgm:prSet>
      <dgm:spPr/>
    </dgm:pt>
    <dgm:pt modelId="{927608C6-19B4-4B2E-87CA-755A3A8A1B59}" type="pres">
      <dgm:prSet presAssocID="{E5ABA19E-6CE3-4A1B-B7F5-0E3E94B02A98}" presName="sibTrans" presStyleLbl="sibTrans2D1" presStyleIdx="0" presStyleCnt="0"/>
      <dgm:spPr/>
    </dgm:pt>
    <dgm:pt modelId="{C0C843CB-4D34-4D19-99C5-9F036743573C}" type="pres">
      <dgm:prSet presAssocID="{41BFD8E5-7099-4435-821B-60F92FB26E96}" presName="compNode" presStyleCnt="0"/>
      <dgm:spPr/>
    </dgm:pt>
    <dgm:pt modelId="{8BB0DE98-534E-4630-90AC-C76ED0BAD613}" type="pres">
      <dgm:prSet presAssocID="{41BFD8E5-7099-4435-821B-60F92FB26E96}" presName="iconBgRect" presStyleLbl="bgShp" presStyleIdx="2" presStyleCnt="4"/>
      <dgm:spPr/>
    </dgm:pt>
    <dgm:pt modelId="{4F520BE7-7DE0-4873-9E37-652B5A3A9775}" type="pres">
      <dgm:prSet presAssocID="{41BFD8E5-7099-4435-821B-60F92FB26E9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40663C1-5C26-48A4-9EBA-369E19C45FB3}" type="pres">
      <dgm:prSet presAssocID="{41BFD8E5-7099-4435-821B-60F92FB26E96}" presName="spaceRect" presStyleCnt="0"/>
      <dgm:spPr/>
    </dgm:pt>
    <dgm:pt modelId="{8CB9801F-FB32-4F96-9E65-3AE6C35809CC}" type="pres">
      <dgm:prSet presAssocID="{41BFD8E5-7099-4435-821B-60F92FB26E96}" presName="textRect" presStyleLbl="revTx" presStyleIdx="2" presStyleCnt="4">
        <dgm:presLayoutVars>
          <dgm:chMax val="1"/>
          <dgm:chPref val="1"/>
        </dgm:presLayoutVars>
      </dgm:prSet>
      <dgm:spPr/>
    </dgm:pt>
    <dgm:pt modelId="{1E1C2D52-46B0-4F81-86B0-5EC4FA5DA038}" type="pres">
      <dgm:prSet presAssocID="{428224CF-7A04-44A5-8675-97B65BFF5675}" presName="sibTrans" presStyleLbl="sibTrans2D1" presStyleIdx="0" presStyleCnt="0"/>
      <dgm:spPr/>
    </dgm:pt>
    <dgm:pt modelId="{DD7DAA70-1098-4C5E-AF58-7421FD20B142}" type="pres">
      <dgm:prSet presAssocID="{EE58B884-7B13-42D5-984A-AB3CE8AE54F7}" presName="compNode" presStyleCnt="0"/>
      <dgm:spPr/>
    </dgm:pt>
    <dgm:pt modelId="{67E91D5B-4C31-4DBE-B04D-BE34EBA68E41}" type="pres">
      <dgm:prSet presAssocID="{EE58B884-7B13-42D5-984A-AB3CE8AE54F7}" presName="iconBgRect" presStyleLbl="bgShp" presStyleIdx="3" presStyleCnt="4"/>
      <dgm:spPr/>
    </dgm:pt>
    <dgm:pt modelId="{27DF0D05-29BE-4638-BB37-C90B7AD002EE}" type="pres">
      <dgm:prSet presAssocID="{EE58B884-7B13-42D5-984A-AB3CE8AE54F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41C77B16-6FB6-48B3-B656-51A919B1A663}" type="pres">
      <dgm:prSet presAssocID="{EE58B884-7B13-42D5-984A-AB3CE8AE54F7}" presName="spaceRect" presStyleCnt="0"/>
      <dgm:spPr/>
    </dgm:pt>
    <dgm:pt modelId="{8B686D0F-A9BD-4B2F-8042-0CFBDD7C0B45}" type="pres">
      <dgm:prSet presAssocID="{EE58B884-7B13-42D5-984A-AB3CE8AE54F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576781E-21D5-4BC0-939C-317EB8CC0316}" srcId="{636FBFA3-7C19-4997-9538-B2CD891D7DE7}" destId="{EE58B884-7B13-42D5-984A-AB3CE8AE54F7}" srcOrd="3" destOrd="0" parTransId="{3DCBC4E8-D309-43B8-9A84-03A918B36392}" sibTransId="{281B04E6-3598-40BA-B7B4-1114E5B0F590}"/>
    <dgm:cxn modelId="{1D945E20-3DDA-4F33-A2B5-13F9EF3BA45A}" type="presOf" srcId="{5E97915F-0768-4B07-95CF-6836BDAAD327}" destId="{F8A171C3-D644-4F7C-BC0E-F1AC0B8220C2}" srcOrd="0" destOrd="0" presId="urn:microsoft.com/office/officeart/2018/2/layout/IconCircleList"/>
    <dgm:cxn modelId="{1EC5D227-4052-4DD9-8277-9735AA8A31EA}" type="presOf" srcId="{BFA5A83E-C624-40D7-A413-CF701A616C74}" destId="{AD16005D-E491-4481-9317-830B7CC994B8}" srcOrd="0" destOrd="0" presId="urn:microsoft.com/office/officeart/2018/2/layout/IconCircleList"/>
    <dgm:cxn modelId="{A1E71C2A-AB57-4B97-B8F1-2FEF26D037DC}" type="presOf" srcId="{E5ABA19E-6CE3-4A1B-B7F5-0E3E94B02A98}" destId="{927608C6-19B4-4B2E-87CA-755A3A8A1B59}" srcOrd="0" destOrd="0" presId="urn:microsoft.com/office/officeart/2018/2/layout/IconCircleList"/>
    <dgm:cxn modelId="{0A219E65-D1D6-40E8-B1C5-368DBD013D59}" srcId="{636FBFA3-7C19-4997-9538-B2CD891D7DE7}" destId="{12A5AE42-97CE-4E9D-ABE5-249AEAA025FA}" srcOrd="1" destOrd="0" parTransId="{96D7CB0D-B63D-463C-81C6-373E096303D5}" sibTransId="{E5ABA19E-6CE3-4A1B-B7F5-0E3E94B02A98}"/>
    <dgm:cxn modelId="{52646D67-4BBD-4FBC-A288-75AFE76A35BD}" type="presOf" srcId="{EE58B884-7B13-42D5-984A-AB3CE8AE54F7}" destId="{8B686D0F-A9BD-4B2F-8042-0CFBDD7C0B45}" srcOrd="0" destOrd="0" presId="urn:microsoft.com/office/officeart/2018/2/layout/IconCircleList"/>
    <dgm:cxn modelId="{A8A99A4A-5865-4F17-BFF7-0405AC521628}" type="presOf" srcId="{12A5AE42-97CE-4E9D-ABE5-249AEAA025FA}" destId="{1CBF2BC0-F9F8-48AB-B537-0335D0C591D0}" srcOrd="0" destOrd="0" presId="urn:microsoft.com/office/officeart/2018/2/layout/IconCircleList"/>
    <dgm:cxn modelId="{43EA0CAE-B583-43BA-8463-BB853920BA53}" type="presOf" srcId="{428224CF-7A04-44A5-8675-97B65BFF5675}" destId="{1E1C2D52-46B0-4F81-86B0-5EC4FA5DA038}" srcOrd="0" destOrd="0" presId="urn:microsoft.com/office/officeart/2018/2/layout/IconCircleList"/>
    <dgm:cxn modelId="{4A3CCED1-1395-447F-B5B4-E0FDA877D725}" type="presOf" srcId="{636FBFA3-7C19-4997-9538-B2CD891D7DE7}" destId="{CCA5F3BB-74A7-4CA4-A00B-64D83E8768E3}" srcOrd="0" destOrd="0" presId="urn:microsoft.com/office/officeart/2018/2/layout/IconCircleList"/>
    <dgm:cxn modelId="{323A40DB-6FFE-4B37-A6E5-68D0AE7E228B}" type="presOf" srcId="{41BFD8E5-7099-4435-821B-60F92FB26E96}" destId="{8CB9801F-FB32-4F96-9E65-3AE6C35809CC}" srcOrd="0" destOrd="0" presId="urn:microsoft.com/office/officeart/2018/2/layout/IconCircleList"/>
    <dgm:cxn modelId="{CD166ADD-6A4C-422F-A86F-47AADCEC38CF}" srcId="{636FBFA3-7C19-4997-9538-B2CD891D7DE7}" destId="{BFA5A83E-C624-40D7-A413-CF701A616C74}" srcOrd="0" destOrd="0" parTransId="{53362D6B-7E31-4353-957F-5F8C57C18626}" sibTransId="{5E97915F-0768-4B07-95CF-6836BDAAD327}"/>
    <dgm:cxn modelId="{E43823F0-0AA8-4CE5-BD90-C5BCA218F249}" srcId="{636FBFA3-7C19-4997-9538-B2CD891D7DE7}" destId="{41BFD8E5-7099-4435-821B-60F92FB26E96}" srcOrd="2" destOrd="0" parTransId="{B398E29E-19D9-4A8A-B208-2191EA30F02E}" sibTransId="{428224CF-7A04-44A5-8675-97B65BFF5675}"/>
    <dgm:cxn modelId="{A06B7520-455B-4A99-B39D-7C1A9BFFE494}" type="presParOf" srcId="{CCA5F3BB-74A7-4CA4-A00B-64D83E8768E3}" destId="{E94C312B-6A60-445E-AE39-7F15D5373DE0}" srcOrd="0" destOrd="0" presId="urn:microsoft.com/office/officeart/2018/2/layout/IconCircleList"/>
    <dgm:cxn modelId="{1A9DF1AB-1BEF-4993-9C3B-A65C9EC3FE12}" type="presParOf" srcId="{E94C312B-6A60-445E-AE39-7F15D5373DE0}" destId="{41145161-4585-45A2-906F-C5B9CDD9D4CA}" srcOrd="0" destOrd="0" presId="urn:microsoft.com/office/officeart/2018/2/layout/IconCircleList"/>
    <dgm:cxn modelId="{3EFB27E3-CB12-48B8-9F60-D2C471B0D47B}" type="presParOf" srcId="{41145161-4585-45A2-906F-C5B9CDD9D4CA}" destId="{8DFA920D-6950-4120-93CE-D3520441AB66}" srcOrd="0" destOrd="0" presId="urn:microsoft.com/office/officeart/2018/2/layout/IconCircleList"/>
    <dgm:cxn modelId="{421655B0-E63E-4289-887B-9D0C2E3A7638}" type="presParOf" srcId="{41145161-4585-45A2-906F-C5B9CDD9D4CA}" destId="{44AF2701-E5E2-46E6-8522-24547B905AEE}" srcOrd="1" destOrd="0" presId="urn:microsoft.com/office/officeart/2018/2/layout/IconCircleList"/>
    <dgm:cxn modelId="{EBF8DA96-0A63-41B0-A9E6-BECAFD219369}" type="presParOf" srcId="{41145161-4585-45A2-906F-C5B9CDD9D4CA}" destId="{E5BEB015-C2EE-4ABE-9FE0-6F58C4FC2E90}" srcOrd="2" destOrd="0" presId="urn:microsoft.com/office/officeart/2018/2/layout/IconCircleList"/>
    <dgm:cxn modelId="{E6143C4B-0E85-4E2A-9DB9-DCC77F855939}" type="presParOf" srcId="{41145161-4585-45A2-906F-C5B9CDD9D4CA}" destId="{AD16005D-E491-4481-9317-830B7CC994B8}" srcOrd="3" destOrd="0" presId="urn:microsoft.com/office/officeart/2018/2/layout/IconCircleList"/>
    <dgm:cxn modelId="{0D95E227-723B-4312-BEF1-347B2FF0A4D0}" type="presParOf" srcId="{E94C312B-6A60-445E-AE39-7F15D5373DE0}" destId="{F8A171C3-D644-4F7C-BC0E-F1AC0B8220C2}" srcOrd="1" destOrd="0" presId="urn:microsoft.com/office/officeart/2018/2/layout/IconCircleList"/>
    <dgm:cxn modelId="{591B5754-A831-4E45-A193-602E7E29EBFA}" type="presParOf" srcId="{E94C312B-6A60-445E-AE39-7F15D5373DE0}" destId="{B2466686-2068-4022-8CC4-FC77DC3DC437}" srcOrd="2" destOrd="0" presId="urn:microsoft.com/office/officeart/2018/2/layout/IconCircleList"/>
    <dgm:cxn modelId="{4AF05553-6E74-4427-A256-35E661AE43B3}" type="presParOf" srcId="{B2466686-2068-4022-8CC4-FC77DC3DC437}" destId="{BB9C7CDE-8ED1-454A-B37A-DA8A6C29608A}" srcOrd="0" destOrd="0" presId="urn:microsoft.com/office/officeart/2018/2/layout/IconCircleList"/>
    <dgm:cxn modelId="{A5D4BBAA-55C9-47DA-8CC1-AA054AC77E4B}" type="presParOf" srcId="{B2466686-2068-4022-8CC4-FC77DC3DC437}" destId="{64B6D2F8-0849-46AD-9767-6EED0FCAD8C9}" srcOrd="1" destOrd="0" presId="urn:microsoft.com/office/officeart/2018/2/layout/IconCircleList"/>
    <dgm:cxn modelId="{D0BB0539-476D-4CE0-BEA7-709F7F3DBA1C}" type="presParOf" srcId="{B2466686-2068-4022-8CC4-FC77DC3DC437}" destId="{F28CB46C-E31D-49A5-A3D2-BFCD21A0A1A6}" srcOrd="2" destOrd="0" presId="urn:microsoft.com/office/officeart/2018/2/layout/IconCircleList"/>
    <dgm:cxn modelId="{6A56FA2C-CC84-41DE-B4CA-A4BA4AC66C27}" type="presParOf" srcId="{B2466686-2068-4022-8CC4-FC77DC3DC437}" destId="{1CBF2BC0-F9F8-48AB-B537-0335D0C591D0}" srcOrd="3" destOrd="0" presId="urn:microsoft.com/office/officeart/2018/2/layout/IconCircleList"/>
    <dgm:cxn modelId="{DBF98D95-E71A-474C-AC94-951B61396D0C}" type="presParOf" srcId="{E94C312B-6A60-445E-AE39-7F15D5373DE0}" destId="{927608C6-19B4-4B2E-87CA-755A3A8A1B59}" srcOrd="3" destOrd="0" presId="urn:microsoft.com/office/officeart/2018/2/layout/IconCircleList"/>
    <dgm:cxn modelId="{3193FF6D-52DC-4E26-9468-0CB8ED88E349}" type="presParOf" srcId="{E94C312B-6A60-445E-AE39-7F15D5373DE0}" destId="{C0C843CB-4D34-4D19-99C5-9F036743573C}" srcOrd="4" destOrd="0" presId="urn:microsoft.com/office/officeart/2018/2/layout/IconCircleList"/>
    <dgm:cxn modelId="{3AC28C4D-2194-40C9-AECA-921DB373C69A}" type="presParOf" srcId="{C0C843CB-4D34-4D19-99C5-9F036743573C}" destId="{8BB0DE98-534E-4630-90AC-C76ED0BAD613}" srcOrd="0" destOrd="0" presId="urn:microsoft.com/office/officeart/2018/2/layout/IconCircleList"/>
    <dgm:cxn modelId="{EACED2BB-0B3E-41C1-AF03-858F468EB088}" type="presParOf" srcId="{C0C843CB-4D34-4D19-99C5-9F036743573C}" destId="{4F520BE7-7DE0-4873-9E37-652B5A3A9775}" srcOrd="1" destOrd="0" presId="urn:microsoft.com/office/officeart/2018/2/layout/IconCircleList"/>
    <dgm:cxn modelId="{74BBA812-EE26-40B7-86D0-26BD2E4BB1AE}" type="presParOf" srcId="{C0C843CB-4D34-4D19-99C5-9F036743573C}" destId="{E40663C1-5C26-48A4-9EBA-369E19C45FB3}" srcOrd="2" destOrd="0" presId="urn:microsoft.com/office/officeart/2018/2/layout/IconCircleList"/>
    <dgm:cxn modelId="{FD8664A2-83C8-413F-9E93-6C401D5840A2}" type="presParOf" srcId="{C0C843CB-4D34-4D19-99C5-9F036743573C}" destId="{8CB9801F-FB32-4F96-9E65-3AE6C35809CC}" srcOrd="3" destOrd="0" presId="urn:microsoft.com/office/officeart/2018/2/layout/IconCircleList"/>
    <dgm:cxn modelId="{E1ADFD15-40A6-429D-8A64-32360D88C38B}" type="presParOf" srcId="{E94C312B-6A60-445E-AE39-7F15D5373DE0}" destId="{1E1C2D52-46B0-4F81-86B0-5EC4FA5DA038}" srcOrd="5" destOrd="0" presId="urn:microsoft.com/office/officeart/2018/2/layout/IconCircleList"/>
    <dgm:cxn modelId="{B8EBD978-6739-427B-8EF0-BF23B50CE5DC}" type="presParOf" srcId="{E94C312B-6A60-445E-AE39-7F15D5373DE0}" destId="{DD7DAA70-1098-4C5E-AF58-7421FD20B142}" srcOrd="6" destOrd="0" presId="urn:microsoft.com/office/officeart/2018/2/layout/IconCircleList"/>
    <dgm:cxn modelId="{AE00E084-21AD-4081-A93D-4241D4432F85}" type="presParOf" srcId="{DD7DAA70-1098-4C5E-AF58-7421FD20B142}" destId="{67E91D5B-4C31-4DBE-B04D-BE34EBA68E41}" srcOrd="0" destOrd="0" presId="urn:microsoft.com/office/officeart/2018/2/layout/IconCircleList"/>
    <dgm:cxn modelId="{EE45E923-527C-492A-9F93-223C17A6D912}" type="presParOf" srcId="{DD7DAA70-1098-4C5E-AF58-7421FD20B142}" destId="{27DF0D05-29BE-4638-BB37-C90B7AD002EE}" srcOrd="1" destOrd="0" presId="urn:microsoft.com/office/officeart/2018/2/layout/IconCircleList"/>
    <dgm:cxn modelId="{42145ADB-878A-4343-AF35-C1DD5C7A861E}" type="presParOf" srcId="{DD7DAA70-1098-4C5E-AF58-7421FD20B142}" destId="{41C77B16-6FB6-48B3-B656-51A919B1A663}" srcOrd="2" destOrd="0" presId="urn:microsoft.com/office/officeart/2018/2/layout/IconCircleList"/>
    <dgm:cxn modelId="{D67BED4A-E715-4BC0-A8B2-9DB3FCD32430}" type="presParOf" srcId="{DD7DAA70-1098-4C5E-AF58-7421FD20B142}" destId="{8B686D0F-A9BD-4B2F-8042-0CFBDD7C0B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E13313-313C-4F72-B76E-1D03964BD02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9CB1BA6-2092-4143-852B-69D8394ACDEA}">
      <dgm:prSet/>
      <dgm:spPr/>
      <dgm:t>
        <a:bodyPr/>
        <a:lstStyle/>
        <a:p>
          <a:r>
            <a:rPr lang="en-US"/>
            <a:t>While integrating the Gemini LLM, I encountered API rate limits, which restricted the number of AI requests that could be made within a certain time frame. This affected testing and slowed development.</a:t>
          </a:r>
        </a:p>
      </dgm:t>
    </dgm:pt>
    <dgm:pt modelId="{8406A887-A1A3-4E4A-A435-106F2070C7D2}" type="parTrans" cxnId="{8B3C4EC7-910A-4036-B596-8EBA490CC18B}">
      <dgm:prSet/>
      <dgm:spPr/>
      <dgm:t>
        <a:bodyPr/>
        <a:lstStyle/>
        <a:p>
          <a:endParaRPr lang="en-US"/>
        </a:p>
      </dgm:t>
    </dgm:pt>
    <dgm:pt modelId="{3067C86D-B264-4D2F-A4F6-65118968DCE0}" type="sibTrans" cxnId="{8B3C4EC7-910A-4036-B596-8EBA490CC18B}">
      <dgm:prSet/>
      <dgm:spPr/>
      <dgm:t>
        <a:bodyPr/>
        <a:lstStyle/>
        <a:p>
          <a:endParaRPr lang="en-US"/>
        </a:p>
      </dgm:t>
    </dgm:pt>
    <dgm:pt modelId="{8040232D-6EB7-4DC8-B326-CBA00F4CA652}">
      <dgm:prSet/>
      <dgm:spPr/>
      <dgm:t>
        <a:bodyPr/>
        <a:lstStyle/>
        <a:p>
          <a:r>
            <a:rPr lang="en-US"/>
            <a:t>I initially struggled with deploying the full-stack application due to configuration issues between the frontend, backend, and database environment variables.</a:t>
          </a:r>
        </a:p>
      </dgm:t>
    </dgm:pt>
    <dgm:pt modelId="{72CDEA2E-8FBF-4F62-9FAE-04B5611C5981}" type="parTrans" cxnId="{35C30187-1A9E-4BC3-ABE5-3EEF6DB24994}">
      <dgm:prSet/>
      <dgm:spPr/>
      <dgm:t>
        <a:bodyPr/>
        <a:lstStyle/>
        <a:p>
          <a:endParaRPr lang="en-US"/>
        </a:p>
      </dgm:t>
    </dgm:pt>
    <dgm:pt modelId="{B753E8DE-DDD6-4869-86D8-897D7D872248}" type="sibTrans" cxnId="{35C30187-1A9E-4BC3-ABE5-3EEF6DB24994}">
      <dgm:prSet/>
      <dgm:spPr/>
      <dgm:t>
        <a:bodyPr/>
        <a:lstStyle/>
        <a:p>
          <a:endParaRPr lang="en-US"/>
        </a:p>
      </dgm:t>
    </dgm:pt>
    <dgm:pt modelId="{6F9E63C4-E3EB-4508-A8AE-CF996F5F63DD}" type="pres">
      <dgm:prSet presAssocID="{44E13313-313C-4F72-B76E-1D03964BD024}" presName="root" presStyleCnt="0">
        <dgm:presLayoutVars>
          <dgm:dir/>
          <dgm:resizeHandles val="exact"/>
        </dgm:presLayoutVars>
      </dgm:prSet>
      <dgm:spPr/>
    </dgm:pt>
    <dgm:pt modelId="{D3AD6232-A21F-4244-A18D-B6316C08C147}" type="pres">
      <dgm:prSet presAssocID="{A9CB1BA6-2092-4143-852B-69D8394ACDEA}" presName="compNode" presStyleCnt="0"/>
      <dgm:spPr/>
    </dgm:pt>
    <dgm:pt modelId="{8EB56267-939F-4E55-9BC9-F7446912EF71}" type="pres">
      <dgm:prSet presAssocID="{A9CB1BA6-2092-4143-852B-69D8394ACDEA}" presName="bgRect" presStyleLbl="bgShp" presStyleIdx="0" presStyleCnt="2"/>
      <dgm:spPr/>
    </dgm:pt>
    <dgm:pt modelId="{633D84A1-48E4-4309-B46C-0914CEA0F2C3}" type="pres">
      <dgm:prSet presAssocID="{A9CB1BA6-2092-4143-852B-69D8394ACDE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405CA4B-FF27-4EC1-8FA5-26C9F8646DBF}" type="pres">
      <dgm:prSet presAssocID="{A9CB1BA6-2092-4143-852B-69D8394ACDEA}" presName="spaceRect" presStyleCnt="0"/>
      <dgm:spPr/>
    </dgm:pt>
    <dgm:pt modelId="{A09757E9-FC9C-4609-9758-D858CA1CE1D0}" type="pres">
      <dgm:prSet presAssocID="{A9CB1BA6-2092-4143-852B-69D8394ACDEA}" presName="parTx" presStyleLbl="revTx" presStyleIdx="0" presStyleCnt="2">
        <dgm:presLayoutVars>
          <dgm:chMax val="0"/>
          <dgm:chPref val="0"/>
        </dgm:presLayoutVars>
      </dgm:prSet>
      <dgm:spPr/>
    </dgm:pt>
    <dgm:pt modelId="{386DF505-4238-4D41-9A52-8F5E0EE548F7}" type="pres">
      <dgm:prSet presAssocID="{3067C86D-B264-4D2F-A4F6-65118968DCE0}" presName="sibTrans" presStyleCnt="0"/>
      <dgm:spPr/>
    </dgm:pt>
    <dgm:pt modelId="{B7FDD341-E87C-4796-A3E6-FBD8F4BB4606}" type="pres">
      <dgm:prSet presAssocID="{8040232D-6EB7-4DC8-B326-CBA00F4CA652}" presName="compNode" presStyleCnt="0"/>
      <dgm:spPr/>
    </dgm:pt>
    <dgm:pt modelId="{57D347DC-573F-49BD-A772-DF3B03874A84}" type="pres">
      <dgm:prSet presAssocID="{8040232D-6EB7-4DC8-B326-CBA00F4CA652}" presName="bgRect" presStyleLbl="bgShp" presStyleIdx="1" presStyleCnt="2"/>
      <dgm:spPr/>
    </dgm:pt>
    <dgm:pt modelId="{FE97B03A-E37D-420B-9FEE-3CBDAC70FCBE}" type="pres">
      <dgm:prSet presAssocID="{8040232D-6EB7-4DC8-B326-CBA00F4CA65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AFF2607-9938-4C98-8831-801F6E325930}" type="pres">
      <dgm:prSet presAssocID="{8040232D-6EB7-4DC8-B326-CBA00F4CA652}" presName="spaceRect" presStyleCnt="0"/>
      <dgm:spPr/>
    </dgm:pt>
    <dgm:pt modelId="{3468B585-57C0-4032-94C6-E11EBEDFAE65}" type="pres">
      <dgm:prSet presAssocID="{8040232D-6EB7-4DC8-B326-CBA00F4CA65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D4C705C-B134-4FB0-9C1E-9380AC14246B}" type="presOf" srcId="{44E13313-313C-4F72-B76E-1D03964BD024}" destId="{6F9E63C4-E3EB-4508-A8AE-CF996F5F63DD}" srcOrd="0" destOrd="0" presId="urn:microsoft.com/office/officeart/2018/2/layout/IconVerticalSolidList"/>
    <dgm:cxn modelId="{35C30187-1A9E-4BC3-ABE5-3EEF6DB24994}" srcId="{44E13313-313C-4F72-B76E-1D03964BD024}" destId="{8040232D-6EB7-4DC8-B326-CBA00F4CA652}" srcOrd="1" destOrd="0" parTransId="{72CDEA2E-8FBF-4F62-9FAE-04B5611C5981}" sibTransId="{B753E8DE-DDD6-4869-86D8-897D7D872248}"/>
    <dgm:cxn modelId="{3AD6ACBE-BA5B-49BF-8A1C-8387B33B7823}" type="presOf" srcId="{8040232D-6EB7-4DC8-B326-CBA00F4CA652}" destId="{3468B585-57C0-4032-94C6-E11EBEDFAE65}" srcOrd="0" destOrd="0" presId="urn:microsoft.com/office/officeart/2018/2/layout/IconVerticalSolidList"/>
    <dgm:cxn modelId="{8B3C4EC7-910A-4036-B596-8EBA490CC18B}" srcId="{44E13313-313C-4F72-B76E-1D03964BD024}" destId="{A9CB1BA6-2092-4143-852B-69D8394ACDEA}" srcOrd="0" destOrd="0" parTransId="{8406A887-A1A3-4E4A-A435-106F2070C7D2}" sibTransId="{3067C86D-B264-4D2F-A4F6-65118968DCE0}"/>
    <dgm:cxn modelId="{57251AFF-4D76-4AED-A628-F0A43BE20B30}" type="presOf" srcId="{A9CB1BA6-2092-4143-852B-69D8394ACDEA}" destId="{A09757E9-FC9C-4609-9758-D858CA1CE1D0}" srcOrd="0" destOrd="0" presId="urn:microsoft.com/office/officeart/2018/2/layout/IconVerticalSolidList"/>
    <dgm:cxn modelId="{C5AEE0E8-76CF-4C8B-97D9-158B8D54B89C}" type="presParOf" srcId="{6F9E63C4-E3EB-4508-A8AE-CF996F5F63DD}" destId="{D3AD6232-A21F-4244-A18D-B6316C08C147}" srcOrd="0" destOrd="0" presId="urn:microsoft.com/office/officeart/2018/2/layout/IconVerticalSolidList"/>
    <dgm:cxn modelId="{D9E0EF35-22D3-4189-9039-F36708004ADB}" type="presParOf" srcId="{D3AD6232-A21F-4244-A18D-B6316C08C147}" destId="{8EB56267-939F-4E55-9BC9-F7446912EF71}" srcOrd="0" destOrd="0" presId="urn:microsoft.com/office/officeart/2018/2/layout/IconVerticalSolidList"/>
    <dgm:cxn modelId="{C595EF94-BE53-4F68-ACB1-3594F96CB714}" type="presParOf" srcId="{D3AD6232-A21F-4244-A18D-B6316C08C147}" destId="{633D84A1-48E4-4309-B46C-0914CEA0F2C3}" srcOrd="1" destOrd="0" presId="urn:microsoft.com/office/officeart/2018/2/layout/IconVerticalSolidList"/>
    <dgm:cxn modelId="{D3FDF774-126B-43DB-B3F6-799E0DE68073}" type="presParOf" srcId="{D3AD6232-A21F-4244-A18D-B6316C08C147}" destId="{6405CA4B-FF27-4EC1-8FA5-26C9F8646DBF}" srcOrd="2" destOrd="0" presId="urn:microsoft.com/office/officeart/2018/2/layout/IconVerticalSolidList"/>
    <dgm:cxn modelId="{14812799-0305-480C-A535-895378302780}" type="presParOf" srcId="{D3AD6232-A21F-4244-A18D-B6316C08C147}" destId="{A09757E9-FC9C-4609-9758-D858CA1CE1D0}" srcOrd="3" destOrd="0" presId="urn:microsoft.com/office/officeart/2018/2/layout/IconVerticalSolidList"/>
    <dgm:cxn modelId="{50884F9B-3EE5-4A46-9687-0162EA20CEBF}" type="presParOf" srcId="{6F9E63C4-E3EB-4508-A8AE-CF996F5F63DD}" destId="{386DF505-4238-4D41-9A52-8F5E0EE548F7}" srcOrd="1" destOrd="0" presId="urn:microsoft.com/office/officeart/2018/2/layout/IconVerticalSolidList"/>
    <dgm:cxn modelId="{24F36F60-0CEB-4353-B3B3-F2F0D8FA8B0A}" type="presParOf" srcId="{6F9E63C4-E3EB-4508-A8AE-CF996F5F63DD}" destId="{B7FDD341-E87C-4796-A3E6-FBD8F4BB4606}" srcOrd="2" destOrd="0" presId="urn:microsoft.com/office/officeart/2018/2/layout/IconVerticalSolidList"/>
    <dgm:cxn modelId="{A56876CA-63E7-49D4-B8F6-85CE1FF0BB34}" type="presParOf" srcId="{B7FDD341-E87C-4796-A3E6-FBD8F4BB4606}" destId="{57D347DC-573F-49BD-A772-DF3B03874A84}" srcOrd="0" destOrd="0" presId="urn:microsoft.com/office/officeart/2018/2/layout/IconVerticalSolidList"/>
    <dgm:cxn modelId="{983BB8EC-92AE-4386-98BF-D3F1931E8A6E}" type="presParOf" srcId="{B7FDD341-E87C-4796-A3E6-FBD8F4BB4606}" destId="{FE97B03A-E37D-420B-9FEE-3CBDAC70FCBE}" srcOrd="1" destOrd="0" presId="urn:microsoft.com/office/officeart/2018/2/layout/IconVerticalSolidList"/>
    <dgm:cxn modelId="{699AA783-E01F-4FA8-8476-C2D7FAF04DC0}" type="presParOf" srcId="{B7FDD341-E87C-4796-A3E6-FBD8F4BB4606}" destId="{8AFF2607-9938-4C98-8831-801F6E325930}" srcOrd="2" destOrd="0" presId="urn:microsoft.com/office/officeart/2018/2/layout/IconVerticalSolidList"/>
    <dgm:cxn modelId="{2DCAAAB3-8033-46C9-A12D-C2C56FFB25B6}" type="presParOf" srcId="{B7FDD341-E87C-4796-A3E6-FBD8F4BB4606}" destId="{3468B585-57C0-4032-94C6-E11EBEDFAE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96F5C-4182-4311-B1FF-DA7E1DA74B33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Teams struggle with poor task organization, schedule conflicts, manual task assignment, lack of real-time collaboration, and limited data-driven insights</a:t>
          </a:r>
        </a:p>
      </dsp:txBody>
      <dsp:txXfrm>
        <a:off x="1283" y="673807"/>
        <a:ext cx="5006206" cy="3003723"/>
      </dsp:txXfrm>
    </dsp:sp>
    <dsp:sp modelId="{62F1209D-A257-4496-A753-6A4F7EEA69F6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Traditional task management tools are way too complex, do not intelligently reorganize schedules, and lack AI-assisted planning.</a:t>
          </a:r>
        </a:p>
      </dsp:txBody>
      <dsp:txXfrm>
        <a:off x="5508110" y="673807"/>
        <a:ext cx="5006206" cy="30037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B2A46-A809-49CE-B4C0-B2AD787EB862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User Authentication &amp; Profile Management</a:t>
          </a:r>
        </a:p>
      </dsp:txBody>
      <dsp:txXfrm>
        <a:off x="19451" y="19451"/>
        <a:ext cx="7620120" cy="625190"/>
      </dsp:txXfrm>
    </dsp:sp>
    <dsp:sp modelId="{B3BB7F1C-E316-4C02-9CF0-F0246020CB3A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Project Creation &amp; Editing</a:t>
          </a:r>
        </a:p>
      </dsp:txBody>
      <dsp:txXfrm>
        <a:off x="647801" y="775779"/>
        <a:ext cx="7315515" cy="625190"/>
      </dsp:txXfrm>
    </dsp:sp>
    <dsp:sp modelId="{9FD18F49-BC7D-4D38-99AA-27433664A6D0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Task Creation, Editing, and Deletion</a:t>
          </a:r>
        </a:p>
      </dsp:txBody>
      <dsp:txXfrm>
        <a:off x="1276151" y="1532107"/>
        <a:ext cx="7315515" cy="625190"/>
      </dsp:txXfrm>
    </dsp:sp>
    <dsp:sp modelId="{BB06FA5A-75BD-4604-AC96-2B54718C82E0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Team Member Assignment</a:t>
          </a:r>
        </a:p>
      </dsp:txBody>
      <dsp:txXfrm>
        <a:off x="1904501" y="2288435"/>
        <a:ext cx="7315515" cy="625190"/>
      </dsp:txXfrm>
    </dsp:sp>
    <dsp:sp modelId="{0712189F-E0B4-45D0-9736-740A827D93B8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Task Status &amp; Priority Color Coding</a:t>
          </a:r>
        </a:p>
      </dsp:txBody>
      <dsp:txXfrm>
        <a:off x="2532851" y="3044763"/>
        <a:ext cx="7315515" cy="625190"/>
      </dsp:txXfrm>
    </dsp:sp>
    <dsp:sp modelId="{66A356F1-5778-49A4-AEA4-AAF89C42DD49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79890" y="485156"/>
        <a:ext cx="237414" cy="324824"/>
      </dsp:txXfrm>
    </dsp:sp>
    <dsp:sp modelId="{A8BA1B64-C5FC-4450-8639-1C7257256F5D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708241" y="1241484"/>
        <a:ext cx="237414" cy="324824"/>
      </dsp:txXfrm>
    </dsp:sp>
    <dsp:sp modelId="{7C2ABEC3-2B4E-489A-9621-3220914C7BC4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336591" y="1986744"/>
        <a:ext cx="237414" cy="324824"/>
      </dsp:txXfrm>
    </dsp:sp>
    <dsp:sp modelId="{FD08CB72-DF4E-48DC-9053-4956FF490E7C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964941" y="2750451"/>
        <a:ext cx="237414" cy="324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A920D-6950-4120-93CE-D3520441AB66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AF2701-E5E2-46E6-8522-24547B905AEE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6005D-E491-4481-9317-830B7CC994B8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Lock-Based Concurrency Control (Prevents simultaneous edit conflicts)</a:t>
          </a:r>
        </a:p>
      </dsp:txBody>
      <dsp:txXfrm>
        <a:off x="1948202" y="368029"/>
        <a:ext cx="3233964" cy="1371985"/>
      </dsp:txXfrm>
    </dsp:sp>
    <dsp:sp modelId="{BB9C7CDE-8ED1-454A-B37A-DA8A6C29608A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6D2F8-0849-46AD-9767-6EED0FCAD8C9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F2BC0-F9F8-48AB-B537-0335D0C591D0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Real-Time Notifications</a:t>
          </a:r>
        </a:p>
      </dsp:txBody>
      <dsp:txXfrm>
        <a:off x="7411643" y="368029"/>
        <a:ext cx="3233964" cy="1371985"/>
      </dsp:txXfrm>
    </dsp:sp>
    <dsp:sp modelId="{8BB0DE98-534E-4630-90AC-C76ED0BAD613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20BE7-7DE0-4873-9E37-652B5A3A9775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9801F-FB32-4F96-9E65-3AE6C35809CC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 Functionality</a:t>
          </a:r>
        </a:p>
      </dsp:txBody>
      <dsp:txXfrm>
        <a:off x="1948202" y="2452790"/>
        <a:ext cx="3233964" cy="1371985"/>
      </dsp:txXfrm>
    </dsp:sp>
    <dsp:sp modelId="{67E91D5B-4C31-4DBE-B04D-BE34EBA68E41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DF0D05-29BE-4638-BB37-C90B7AD002EE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686D0F-A9BD-4B2F-8042-0CFBDD7C0B45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Visualization (Pie Charts &amp; Progress Tracking)</a:t>
          </a:r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56267-939F-4E55-9BC9-F7446912EF71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D84A1-48E4-4309-B46C-0914CEA0F2C3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757E9-FC9C-4609-9758-D858CA1CE1D0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While integrating the Gemini LLM, I encountered API rate limits, which restricted the number of AI requests that could be made within a certain time frame. This affected testing and slowed development.</a:t>
          </a:r>
        </a:p>
      </dsp:txBody>
      <dsp:txXfrm>
        <a:off x="1509882" y="708097"/>
        <a:ext cx="9005717" cy="1307257"/>
      </dsp:txXfrm>
    </dsp:sp>
    <dsp:sp modelId="{57D347DC-573F-49BD-A772-DF3B03874A84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7B03A-E37D-420B-9FEE-3CBDAC70FCBE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8B585-57C0-4032-94C6-E11EBEDFAE65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 initially struggled with deploying the full-stack application due to configuration issues between the frontend, backend, and database environment variables.</a:t>
          </a:r>
        </a:p>
      </dsp:txBody>
      <dsp:txXfrm>
        <a:off x="1509882" y="2342169"/>
        <a:ext cx="9005717" cy="13072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op view of a wooden block with the number one written on it and the block is on a yellow surface">
            <a:extLst>
              <a:ext uri="{FF2B5EF4-FFF2-40B4-BE49-F238E27FC236}">
                <a16:creationId xmlns:a16="http://schemas.microsoft.com/office/drawing/2014/main" id="{ED20AEE6-3D14-87F6-F029-69C47AC833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1349" b="43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US" sz="115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SWE Midterm Milestone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3200"/>
              <a:t>Presented by Joy Itodo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708B986-A4AD-827A-21F1-BF5A58E3AF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054" r="-2" b="4269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6D7E6-5F9E-31D5-0A20-5D286EE09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26D860-2D21-DC47-3C04-FB27D1A9DE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1964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91724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D03F0-3026-6CF5-DEE3-0CE30136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Proposed Feature (MVP)</a:t>
            </a:r>
            <a:endParaRPr lang="en-US" sz="4000">
              <a:solidFill>
                <a:srgbClr val="FFFFFF"/>
              </a:solidFill>
              <a:latin typeface="Aptos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ACE19EE-CCDD-0592-EB63-E1A935A3D6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1457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167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5FFCF-2883-FE67-2EB2-BD183EC14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Aptos"/>
              </a:rPr>
              <a:t>Proposed Features (Stretch Goals)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FB41F3-6C1C-67BB-10C7-301923E10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006143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911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CF3B8A-6A97-EF9A-BE32-869A87FE1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950" y="643466"/>
            <a:ext cx="1046209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1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492885EB-28E7-723B-7920-3C59AF90A3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764642"/>
              </p:ext>
            </p:extLst>
          </p:nvPr>
        </p:nvGraphicFramePr>
        <p:xfrm>
          <a:off x="1066537" y="643467"/>
          <a:ext cx="10058927" cy="560983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536355">
                  <a:extLst>
                    <a:ext uri="{9D8B030D-6E8A-4147-A177-3AD203B41FA5}">
                      <a16:colId xmlns:a16="http://schemas.microsoft.com/office/drawing/2014/main" val="853842586"/>
                    </a:ext>
                  </a:extLst>
                </a:gridCol>
                <a:gridCol w="5522572">
                  <a:extLst>
                    <a:ext uri="{9D8B030D-6E8A-4147-A177-3AD203B41FA5}">
                      <a16:colId xmlns:a16="http://schemas.microsoft.com/office/drawing/2014/main" val="875582403"/>
                    </a:ext>
                  </a:extLst>
                </a:gridCol>
              </a:tblGrid>
              <a:tr h="871011">
                <a:tc>
                  <a:txBody>
                    <a:bodyPr/>
                    <a:lstStyle/>
                    <a:p>
                      <a:pPr algn="l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4100" b="0" i="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Completed</a:t>
                      </a:r>
                      <a:endParaRPr lang="en-US" sz="41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46037" marB="23018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775"/>
                        </a:lnSpc>
                        <a:buNone/>
                      </a:pPr>
                      <a:r>
                        <a:rPr lang="en-US" sz="4100" b="0" i="0" cap="none" spc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Planned</a:t>
                      </a:r>
                      <a:endParaRPr lang="en-US" sz="41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564674" marT="46037" marB="23018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120012"/>
                  </a:ext>
                </a:extLst>
              </a:tr>
              <a:tr h="743511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3000" b="0" i="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User Authentication</a:t>
                      </a:r>
                      <a:endParaRPr lang="en-US" sz="3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3000" b="0" i="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Email and in-app notification</a:t>
                      </a:r>
                      <a:endParaRPr lang="en-US" sz="3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862443"/>
                  </a:ext>
                </a:extLst>
              </a:tr>
              <a:tr h="813983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3000" b="0" i="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User Authorization</a:t>
                      </a:r>
                      <a:endParaRPr lang="en-US" sz="3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  <a:effectLst/>
                        </a:rPr>
                        <a:t>AI Functionality</a:t>
                      </a:r>
                      <a:endParaRPr lang="en-US" sz="3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006147"/>
                  </a:ext>
                </a:extLst>
              </a:tr>
              <a:tr h="743511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3000" b="0" i="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Database set up</a:t>
                      </a:r>
                      <a:endParaRPr lang="en-US" sz="3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3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931190"/>
                  </a:ext>
                </a:extLst>
              </a:tr>
              <a:tr h="743511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3000" b="0" i="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Frontend</a:t>
                      </a:r>
                      <a:endParaRPr lang="en-US" sz="3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3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124665"/>
                  </a:ext>
                </a:extLst>
              </a:tr>
              <a:tr h="743511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3000" b="0" i="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Calendar Functionality</a:t>
                      </a:r>
                      <a:endParaRPr lang="en-US" sz="3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3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306407"/>
                  </a:ext>
                </a:extLst>
              </a:tr>
              <a:tr h="912030">
                <a:tc>
                  <a:txBody>
                    <a:bodyPr/>
                    <a:lstStyle/>
                    <a:p>
                      <a:pPr lvl="0" algn="l">
                        <a:lnSpc>
                          <a:spcPts val="2025"/>
                        </a:lnSpc>
                        <a:buNone/>
                      </a:pPr>
                      <a:endParaRPr lang="en-US" sz="3000" b="0" i="0" u="none" strike="noStrike" cap="none" spc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3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564674" marT="69054" marB="2301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58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244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6F425-E95A-2276-F36D-48E4D39B4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Progress Percentage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3E3EC520-1042-DE8E-34BA-C64689DFE8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3798738"/>
              </p:ext>
            </p:extLst>
          </p:nvPr>
        </p:nvGraphicFramePr>
        <p:xfrm>
          <a:off x="-1800" y="1536266"/>
          <a:ext cx="11373600" cy="5191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16196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EEB61-39D9-3BB0-EBED-D8599F9EE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Challenges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F849DF-0E79-12D7-6940-0E397ED57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2170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3496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SWE Midterm Milestone</vt:lpstr>
      <vt:lpstr>Problem Statement</vt:lpstr>
      <vt:lpstr>Proposed Feature (MVP)</vt:lpstr>
      <vt:lpstr>Proposed Features (Stretch Goals)</vt:lpstr>
      <vt:lpstr>PowerPoint Presentation</vt:lpstr>
      <vt:lpstr>PowerPoint Presentation</vt:lpstr>
      <vt:lpstr>Progress Percentage</vt:lpstr>
      <vt:lpstr>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130</cp:revision>
  <dcterms:created xsi:type="dcterms:W3CDTF">2026-03-02T00:06:11Z</dcterms:created>
  <dcterms:modified xsi:type="dcterms:W3CDTF">2026-03-02T02:02:54Z</dcterms:modified>
</cp:coreProperties>
</file>